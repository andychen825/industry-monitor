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醫療保健業</c:v>
                </c:pt>
                <c:pt idx="7">
                  <c:v>資通訊業</c:v>
                </c:pt>
                <c:pt idx="8">
                  <c:v>政府教育單位</c:v>
                </c:pt>
                <c:pt idx="9">
                  <c:v>金融業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63</c:v>
                </c:pt>
                <c:pt idx="1">
                  <c:v>141</c:v>
                </c:pt>
                <c:pt idx="2">
                  <c:v>172</c:v>
                </c:pt>
                <c:pt idx="3">
                  <c:v>212</c:v>
                </c:pt>
                <c:pt idx="4">
                  <c:v>263</c:v>
                </c:pt>
                <c:pt idx="5">
                  <c:v>279</c:v>
                </c:pt>
                <c:pt idx="6">
                  <c:v>315</c:v>
                </c:pt>
                <c:pt idx="7">
                  <c:v>384</c:v>
                </c:pt>
                <c:pt idx="8">
                  <c:v>709</c:v>
                </c:pt>
                <c:pt idx="9">
                  <c:v>799</c:v>
                </c:pt>
                <c:pt idx="10">
                  <c:v>931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技嘉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</c:v>
                </c:pt>
                <c:pt idx="1">
                  <c:v>13</c:v>
                </c:pt>
                <c:pt idx="2">
                  <c:v>10</c:v>
                </c:pt>
                <c:pt idx="3">
                  <c:v>8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技嘉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</c:v>
                </c:pt>
                <c:pt idx="1">
                  <c:v>9</c:v>
                </c:pt>
                <c:pt idx="2">
                  <c:v>18</c:v>
                </c:pt>
                <c:pt idx="3">
                  <c:v>10</c:v>
                </c:pt>
                <c:pt idx="4">
                  <c:v>10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超微</c:v>
                </c:pt>
                <c:pt idx="3">
                  <c:v>三星</c:v>
                </c:pt>
                <c:pt idx="4">
                  <c:v>聯發科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160</c:v>
                </c:pt>
                <c:pt idx="2">
                  <c:v>41</c:v>
                </c:pt>
                <c:pt idx="3">
                  <c:v>34</c:v>
                </c:pt>
                <c:pt idx="4">
                  <c:v>24</c:v>
                </c:pt>
                <c:pt idx="5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超微</c:v>
                </c:pt>
                <c:pt idx="3">
                  <c:v>三星</c:v>
                </c:pt>
                <c:pt idx="4">
                  <c:v>聯發科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306</c:v>
                </c:pt>
                <c:pt idx="1">
                  <c:v>162</c:v>
                </c:pt>
                <c:pt idx="2">
                  <c:v>28</c:v>
                </c:pt>
                <c:pt idx="3">
                  <c:v>51</c:v>
                </c:pt>
                <c:pt idx="4">
                  <c:v>40</c:v>
                </c:pt>
                <c:pt idx="5">
                  <c:v>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報告期間:2026-10-19 ~ 2026-10-26</a:t>
            </a:r>
          </a:p>
          <a:p>
            <a:r>
              <a:t>產出:2026-10-26 19:37(台北時間)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9297 篇公開報導,可歸類 4268 篇</a:t>
            </a:r>
          </a:p>
          <a:p>
            <a:pPr>
              <a:defRPr sz="1600"/>
            </a:pPr>
            <a:r>
              <a:t>高科技製造業:931 篇(佔可歸類 21.8%)</a:t>
            </a:r>
          </a:p>
          <a:p>
            <a:pPr>
              <a:defRPr sz="1600"/>
            </a:pPr>
            <a:r>
              <a:t>金融業:799 篇(佔可歸類 18.7%)</a:t>
            </a:r>
          </a:p>
          <a:p>
            <a:pPr>
              <a:defRPr sz="1600"/>
            </a:pPr>
            <a:r>
              <a:t>政府教育單位:709 篇(佔可歸類 16.6%)</a:t>
            </a:r>
          </a:p>
          <a:p>
            <a:pPr>
              <a:defRPr sz="1600"/>
            </a:pPr>
            <a:r>
              <a:t>最熱主題:AI 與自動化(981 篇)、利率與資金環境(273 篇)、地緣政治與供應鏈(207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48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491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32 篇(命中:罷工)</a:t>
            </a:r>
          </a:p>
          <a:p>
            <a:pPr>
              <a:defRPr sz="1600"/>
            </a:pPr>
            <a:r>
              <a:t>台積電:疑似負面 32 篇(命中:停工、工安)</a:t>
            </a:r>
          </a:p>
          <a:p>
            <a:pPr>
              <a:defRPr sz="1600"/>
            </a:pPr>
            <a:r>
              <a:t>Meta:疑似負面 10 篇(命中:弊案、罰款、詐欺、詐騙)</a:t>
            </a:r>
          </a:p>
          <a:p>
            <a:pPr>
              <a:defRPr sz="1600"/>
            </a:pPr>
            <a:r>
              <a:t>Google:疑似負面 7 篇(命中:詐騙、違規)</a:t>
            </a:r>
          </a:p>
          <a:p>
            <a:pPr>
              <a:defRPr sz="1600"/>
            </a:pPr>
            <a:r>
              <a:t>新光三越:疑似負面 6 篇(命中:工安、詐騙、駭客)</a:t>
            </a:r>
          </a:p>
          <a:p>
            <a:pPr>
              <a:defRPr sz="1600"/>
            </a:pPr>
            <a:r>
              <a:t>輝達:疑似負面 3 篇(命中:倒閉、罷工)</a:t>
            </a:r>
          </a:p>
          <a:p>
            <a:pPr>
              <a:defRPr sz="1600"/>
            </a:pPr>
            <a:r>
              <a:t>兆豐金:疑似負面 3 篇(命中:罷工、詐騙)</a:t>
            </a:r>
          </a:p>
          <a:p>
            <a:pPr>
              <a:defRPr sz="1600"/>
            </a:pPr>
            <a:r>
              <a:t>第一金:疑似負面 3 篇(命中:工安、罷工)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