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37</c:v>
                </c:pt>
                <c:pt idx="1">
                  <c:v>99</c:v>
                </c:pt>
                <c:pt idx="2">
                  <c:v>147</c:v>
                </c:pt>
                <c:pt idx="3">
                  <c:v>216</c:v>
                </c:pt>
                <c:pt idx="4">
                  <c:v>236</c:v>
                </c:pt>
                <c:pt idx="5">
                  <c:v>238</c:v>
                </c:pt>
                <c:pt idx="6">
                  <c:v>258</c:v>
                </c:pt>
                <c:pt idx="7">
                  <c:v>307</c:v>
                </c:pt>
                <c:pt idx="8">
                  <c:v>874</c:v>
                </c:pt>
                <c:pt idx="9">
                  <c:v>913</c:v>
                </c:pt>
                <c:pt idx="10">
                  <c:v>1200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戴爾</c:v>
                </c:pt>
                <c:pt idx="2">
                  <c:v>華碩</c:v>
                </c:pt>
                <c:pt idx="3">
                  <c:v>聯想</c:v>
                </c:pt>
                <c:pt idx="4">
                  <c:v>微星</c:v>
                </c:pt>
                <c:pt idx="5">
                  <c:v>技嘉</c:v>
                </c:pt>
                <c:pt idx="6">
                  <c:v>HP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14</c:v>
                </c:pt>
                <c:pt idx="2">
                  <c:v>11</c:v>
                </c:pt>
                <c:pt idx="3">
                  <c:v>11</c:v>
                </c:pt>
                <c:pt idx="4">
                  <c:v>9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戴爾</c:v>
                </c:pt>
                <c:pt idx="2">
                  <c:v>華碩</c:v>
                </c:pt>
                <c:pt idx="3">
                  <c:v>聯想</c:v>
                </c:pt>
                <c:pt idx="4">
                  <c:v>微星</c:v>
                </c:pt>
                <c:pt idx="5">
                  <c:v>技嘉</c:v>
                </c:pt>
                <c:pt idx="6">
                  <c:v>HP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</c:v>
                </c:pt>
                <c:pt idx="1">
                  <c:v>4</c:v>
                </c:pt>
                <c:pt idx="2">
                  <c:v>24</c:v>
                </c:pt>
                <c:pt idx="3">
                  <c:v>7</c:v>
                </c:pt>
                <c:pt idx="4">
                  <c:v>7</c:v>
                </c:pt>
                <c:pt idx="5">
                  <c:v>9</c:v>
                </c:pt>
                <c:pt idx="6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239</c:v>
                </c:pt>
                <c:pt idx="1">
                  <c:v>138</c:v>
                </c:pt>
                <c:pt idx="2">
                  <c:v>97</c:v>
                </c:pt>
                <c:pt idx="3">
                  <c:v>33</c:v>
                </c:pt>
                <c:pt idx="4">
                  <c:v>19</c:v>
                </c:pt>
                <c:pt idx="5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215</c:v>
                </c:pt>
                <c:pt idx="1">
                  <c:v>244</c:v>
                </c:pt>
                <c:pt idx="2">
                  <c:v>49</c:v>
                </c:pt>
                <c:pt idx="3">
                  <c:v>49</c:v>
                </c:pt>
                <c:pt idx="4">
                  <c:v>18</c:v>
                </c:pt>
                <c:pt idx="5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報告期間:2026-08-31 ~ 2026-09-07</a:t>
            </a:r>
          </a:p>
          <a:p>
            <a:r>
              <a:t>產出:2026-09-07 13:28(台北時間)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9255 篇公開報導,可歸類 4525 篇</a:t>
            </a:r>
          </a:p>
          <a:p>
            <a:pPr>
              <a:defRPr sz="1600"/>
            </a:pPr>
            <a:r>
              <a:t>高科技製造業:1200 篇(佔可歸類 26.5%)</a:t>
            </a:r>
          </a:p>
          <a:p>
            <a:pPr>
              <a:defRPr sz="1600"/>
            </a:pPr>
            <a:r>
              <a:t>政府教育單位:913 篇(佔可歸類 20.2%)</a:t>
            </a:r>
          </a:p>
          <a:p>
            <a:pPr>
              <a:defRPr sz="1600"/>
            </a:pPr>
            <a:r>
              <a:t>金融業:874 篇(佔可歸類 19.3%)</a:t>
            </a:r>
          </a:p>
          <a:p>
            <a:pPr>
              <a:defRPr sz="1600"/>
            </a:pPr>
            <a:r>
              <a:t>最熱主題:AI 與自動化(963 篇)、地緣政治與供應鏈(410 篇)、利率與資金環境(352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87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542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14 篇(命中:下架、判賠、求償、罰鍰)</a:t>
            </a:r>
          </a:p>
          <a:p>
            <a:pPr>
              <a:defRPr sz="1600"/>
            </a:pPr>
            <a:r>
              <a:t>美光:疑似負面 13 篇(命中:罷工)</a:t>
            </a:r>
          </a:p>
          <a:p>
            <a:pPr>
              <a:defRPr sz="1600"/>
            </a:pPr>
            <a:r>
              <a:t>Google:疑似負面 6 篇(命中:下架、詐騙)</a:t>
            </a:r>
          </a:p>
          <a:p>
            <a:pPr>
              <a:defRPr sz="1600"/>
            </a:pPr>
            <a:r>
              <a:t>Uber:疑似負面 3 篇(命中:裁員)</a:t>
            </a:r>
          </a:p>
          <a:p>
            <a:pPr>
              <a:defRPr sz="1600"/>
            </a:pPr>
            <a:r>
              <a:t>中華電信:疑似負面 2 篇(命中:工安、爆炸)</a:t>
            </a:r>
          </a:p>
          <a:p>
            <a:pPr>
              <a:defRPr sz="1600"/>
            </a:pPr>
            <a:r>
              <a:t>全聯:疑似負面 2 篇(命中:下架)</a:t>
            </a:r>
          </a:p>
          <a:p>
            <a:pPr>
              <a:defRPr sz="1600"/>
            </a:pPr>
            <a:r>
              <a:t>台積電:疑似負面 2 篇(命中:下架、掏空、詐騙)</a:t>
            </a:r>
          </a:p>
          <a:p>
            <a:pPr>
              <a:defRPr sz="1600"/>
            </a:pPr>
            <a:r>
              <a:t>國泰金:疑似負面 2 篇(命中:裁罰、詐欺)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