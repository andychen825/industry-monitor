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批發零售業</c:v>
                </c:pt>
                <c:pt idx="2">
                  <c:v>傳統製造業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醫療保健業</c:v>
                </c:pt>
                <c:pt idx="7">
                  <c:v>資通訊業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32</c:v>
                </c:pt>
                <c:pt idx="1">
                  <c:v>131</c:v>
                </c:pt>
                <c:pt idx="2">
                  <c:v>159</c:v>
                </c:pt>
                <c:pt idx="3">
                  <c:v>184</c:v>
                </c:pt>
                <c:pt idx="4">
                  <c:v>245</c:v>
                </c:pt>
                <c:pt idx="5">
                  <c:v>307</c:v>
                </c:pt>
                <c:pt idx="6">
                  <c:v>309</c:v>
                </c:pt>
                <c:pt idx="7">
                  <c:v>357</c:v>
                </c:pt>
                <c:pt idx="8">
                  <c:v>650</c:v>
                </c:pt>
                <c:pt idx="9">
                  <c:v>793</c:v>
                </c:pt>
                <c:pt idx="10">
                  <c:v>995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21</c:v>
                </c:pt>
                <c:pt idx="2">
                  <c:v>12</c:v>
                </c:pt>
                <c:pt idx="3">
                  <c:v>11</c:v>
                </c:pt>
                <c:pt idx="4">
                  <c:v>11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</c:v>
                </c:pt>
                <c:pt idx="1">
                  <c:v>24</c:v>
                </c:pt>
                <c:pt idx="2">
                  <c:v>5</c:v>
                </c:pt>
                <c:pt idx="3">
                  <c:v>2</c:v>
                </c:pt>
                <c:pt idx="4">
                  <c:v>11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超微</c:v>
                </c:pt>
                <c:pt idx="4">
                  <c:v>三星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241</c:v>
                </c:pt>
                <c:pt idx="1">
                  <c:v>114</c:v>
                </c:pt>
                <c:pt idx="2">
                  <c:v>46</c:v>
                </c:pt>
                <c:pt idx="3">
                  <c:v>42</c:v>
                </c:pt>
                <c:pt idx="4">
                  <c:v>39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超微</c:v>
                </c:pt>
                <c:pt idx="4">
                  <c:v>三星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258</c:v>
                </c:pt>
                <c:pt idx="1">
                  <c:v>128</c:v>
                </c:pt>
                <c:pt idx="2">
                  <c:v>53</c:v>
                </c:pt>
                <c:pt idx="3">
                  <c:v>36</c:v>
                </c:pt>
                <c:pt idx="4">
                  <c:v>61</c:v>
                </c:pt>
                <c:pt idx="5">
                  <c:v>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報告期間:2026-10-05 ~ 2026-10-12</a:t>
            </a:r>
          </a:p>
          <a:p>
            <a:r>
              <a:t>產出:2026-10-12 14:52(台北時間)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8856 篇公開報導,可歸類 4162 篇</a:t>
            </a:r>
          </a:p>
          <a:p>
            <a:pPr>
              <a:defRPr sz="1600"/>
            </a:pPr>
            <a:r>
              <a:t>高科技製造業:995 篇(佔可歸類 23.9%)</a:t>
            </a:r>
          </a:p>
          <a:p>
            <a:pPr>
              <a:defRPr sz="1600"/>
            </a:pPr>
            <a:r>
              <a:t>政府教育單位:793 篇(佔可歸類 19.1%)</a:t>
            </a:r>
          </a:p>
          <a:p>
            <a:pPr>
              <a:defRPr sz="1600"/>
            </a:pPr>
            <a:r>
              <a:t>金融業:650 篇(佔可歸類 15.6%)</a:t>
            </a:r>
          </a:p>
          <a:p>
            <a:pPr>
              <a:defRPr sz="1600"/>
            </a:pPr>
            <a:r>
              <a:t>最熱主題:AI 與自動化(944 篇)、利率與資金環境(266 篇)、地緣政治與供應鏈(212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84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503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美光:疑似負面 22 篇(命中:罷工)</a:t>
            </a:r>
          </a:p>
          <a:p>
            <a:pPr>
              <a:defRPr sz="1600"/>
            </a:pPr>
            <a:r>
              <a:t>遠傳:疑似負面 5 篇(命中:詐騙)</a:t>
            </a:r>
          </a:p>
          <a:p>
            <a:pPr>
              <a:defRPr sz="1600"/>
            </a:pPr>
            <a:r>
              <a:t>Meta:疑似負面 5 篇(命中:下架、抵制、掏空、起訴)</a:t>
            </a:r>
          </a:p>
          <a:p>
            <a:pPr>
              <a:defRPr sz="1600"/>
            </a:pPr>
            <a:r>
              <a:t>緯創:疑似負面 4 篇(命中:資安事件)</a:t>
            </a:r>
          </a:p>
          <a:p>
            <a:pPr>
              <a:defRPr sz="1600"/>
            </a:pPr>
            <a:r>
              <a:t>台積電:疑似負面 4 篇(命中:罷工、詐欺、集體訴訟)</a:t>
            </a:r>
          </a:p>
          <a:p>
            <a:pPr>
              <a:defRPr sz="1600"/>
            </a:pPr>
            <a:r>
              <a:t>104人力銀行:疑似負面 4 篇(命中:外洩、資安事件、駭客)</a:t>
            </a:r>
          </a:p>
          <a:p>
            <a:pPr>
              <a:defRPr sz="1600"/>
            </a:pPr>
            <a:r>
              <a:t>成大:疑似負面 2 篇(命中:爆炸、資安事件)</a:t>
            </a:r>
          </a:p>
          <a:p>
            <a:pPr>
              <a:defRPr sz="1600"/>
            </a:pPr>
            <a:r>
              <a:t>輝達:疑似負面 2 篇(命中:缺陷、罷工)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